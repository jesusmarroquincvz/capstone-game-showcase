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89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55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17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MOBILE RTS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76190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00"/>
              </a:lnSpc>
              <a:buNone/>
            </a:pPr>
            <a:r>
              <a:rPr lang="en-US" sz="8800" b="1" i="0" kern="0" spc="100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WARFRONT BLITZ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12800" y="3696990"/>
            <a:ext cx="752157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real-time strategy game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5373439"/>
            <a:ext cx="5130800" cy="0"/>
          </a:xfrm>
          <a:prstGeom prst="line">
            <a:avLst/>
          </a:prstGeom>
          <a:noFill/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812800" y="5532189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PLATFORMS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796310"/>
            <a:ext cx="52847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iOS, Android, desktop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400" y="5373439"/>
            <a:ext cx="5130800" cy="0"/>
          </a:xfrm>
          <a:prstGeom prst="line">
            <a:avLst/>
          </a:prstGeom>
          <a:noFill/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6248400" y="5532189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8400" y="5796310"/>
            <a:ext cx="52847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Unity 6.3 LTS, URP, C#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STACK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STACK AND AI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2140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3E4A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BUILDING THE GAME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539504"/>
            <a:ext cx="1984970" cy="1037481"/>
          </a:xfrm>
          <a:prstGeom prst="roundRect">
            <a:avLst>
              <a:gd name="adj" fmla="val 703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996950" y="2669679"/>
            <a:ext cx="167382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59695" y="2539504"/>
            <a:ext cx="1985020" cy="1037481"/>
          </a:xfrm>
          <a:prstGeom prst="roundRect">
            <a:avLst>
              <a:gd name="adj" fmla="val 703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3140670" y="2669679"/>
            <a:ext cx="16738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VS Code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03465" y="2539504"/>
            <a:ext cx="1985020" cy="1037481"/>
          </a:xfrm>
          <a:prstGeom prst="roundRect">
            <a:avLst>
              <a:gd name="adj" fmla="val 703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5284440" y="2669679"/>
            <a:ext cx="16738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Unity 6.3 LTS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47235" y="2539504"/>
            <a:ext cx="1985020" cy="1037481"/>
          </a:xfrm>
          <a:prstGeom prst="roundRect">
            <a:avLst>
              <a:gd name="adj" fmla="val 703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3"/>
          <p:cNvSpPr/>
          <p:nvPr/>
        </p:nvSpPr>
        <p:spPr>
          <a:xfrm>
            <a:off x="7428210" y="2669679"/>
            <a:ext cx="16738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Unity Relay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91005" y="2539504"/>
            <a:ext cx="1985020" cy="1037481"/>
          </a:xfrm>
          <a:prstGeom prst="roundRect">
            <a:avLst>
              <a:gd name="adj" fmla="val 703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9571980" y="2669679"/>
            <a:ext cx="16738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Xcode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2800" y="417090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3E4A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MAKING THE 3D MODELS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485829"/>
            <a:ext cx="2222500" cy="1559371"/>
          </a:xfrm>
          <a:prstGeom prst="roundRect">
            <a:avLst>
              <a:gd name="adj" fmla="val 4887"/>
            </a:avLst>
          </a:prstGeom>
          <a:solidFill>
            <a:srgbClr val="12171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/>
          <p:nvPr/>
        </p:nvSpPr>
        <p:spPr>
          <a:xfrm>
            <a:off x="990600" y="4638229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CONCEPT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0600" y="4902349"/>
            <a:ext cx="19229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ChatGPT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0600" y="5227439"/>
            <a:ext cx="192290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Generates a 2D image of how the character should look.</a:t>
            </a:r>
            <a:endParaRPr lang="en-US" sz="1200" dirty="0"/>
          </a:p>
        </p:txBody>
      </p:sp>
      <p:pic>
        <p:nvPicPr>
          <p:cNvPr id="2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2300" y="5189289"/>
            <a:ext cx="304800" cy="1524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594100" y="4485829"/>
            <a:ext cx="2222500" cy="1559371"/>
          </a:xfrm>
          <a:prstGeom prst="roundRect">
            <a:avLst>
              <a:gd name="adj" fmla="val 4887"/>
            </a:avLst>
          </a:prstGeom>
          <a:solidFill>
            <a:srgbClr val="12171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7" name="Text 24"/>
          <p:cNvSpPr/>
          <p:nvPr/>
        </p:nvSpPr>
        <p:spPr>
          <a:xfrm>
            <a:off x="3771900" y="4638229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IMAGE TO 3D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771900" y="4902349"/>
            <a:ext cx="19229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Meshy AI + Rodin AI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771900" y="5227439"/>
            <a:ext cx="192290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to mesh. Rodin gave cleaner polygons.</a:t>
            </a:r>
            <a:endParaRPr lang="en-US" sz="1200" dirty="0"/>
          </a:p>
        </p:txBody>
      </p:sp>
      <p:pic>
        <p:nvPicPr>
          <p:cNvPr id="3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5189289"/>
            <a:ext cx="304800" cy="15240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375400" y="4485829"/>
            <a:ext cx="2222500" cy="1559371"/>
          </a:xfrm>
          <a:prstGeom prst="roundRect">
            <a:avLst>
              <a:gd name="adj" fmla="val 4887"/>
            </a:avLst>
          </a:prstGeom>
          <a:solidFill>
            <a:srgbClr val="12171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2" name="Text 28"/>
          <p:cNvSpPr/>
          <p:nvPr/>
        </p:nvSpPr>
        <p:spPr>
          <a:xfrm>
            <a:off x="6553200" y="4638229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CLEAN-UP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553200" y="4902349"/>
            <a:ext cx="19229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Blender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6553200" y="5227439"/>
            <a:ext cx="192290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Fine-tunes the generated models by hand.</a:t>
            </a:r>
            <a:endParaRPr lang="en-US" sz="1200" dirty="0"/>
          </a:p>
        </p:txBody>
      </p:sp>
      <p:pic>
        <p:nvPicPr>
          <p:cNvPr id="3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5189289"/>
            <a:ext cx="304800" cy="15240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9156700" y="4485829"/>
            <a:ext cx="2222500" cy="1559371"/>
          </a:xfrm>
          <a:prstGeom prst="roundRect">
            <a:avLst>
              <a:gd name="adj" fmla="val 4887"/>
            </a:avLst>
          </a:prstGeom>
          <a:solidFill>
            <a:srgbClr val="12171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7" name="Text 32"/>
          <p:cNvSpPr/>
          <p:nvPr/>
        </p:nvSpPr>
        <p:spPr>
          <a:xfrm>
            <a:off x="9334500" y="4638229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 · IN GAME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9334500" y="4902349"/>
            <a:ext cx="19229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Unity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9334500" y="5227439"/>
            <a:ext cx="192290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Imported into the project as unit models.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TOOLING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MCP SERVERS I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346424"/>
            <a:ext cx="5175250" cy="2327721"/>
          </a:xfrm>
          <a:prstGeom prst="roundRect">
            <a:avLst>
              <a:gd name="adj" fmla="val 3137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1123950" y="2628999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HANDS IN THE LIVE EDITOR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3950" y="2969320"/>
            <a:ext cx="469607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Unity Editor 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2182" y="3370610"/>
            <a:ext cx="4610227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Recompiles scripts and reads the console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the edit-mode test suite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Enters play mode, spawns units, gives orders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Captures the game view for visual checks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2346424"/>
            <a:ext cx="5175250" cy="2327721"/>
          </a:xfrm>
          <a:prstGeom prst="roundRect">
            <a:avLst>
              <a:gd name="adj" fmla="val 3137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6508750" y="2628999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MAP OF THE CODEBASE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8750" y="2969320"/>
            <a:ext cx="469607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CodeGraph MCP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6982" y="3370610"/>
            <a:ext cx="4610227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Indexes every C# symbol and call edge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query returns source plus call paths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Shows what an edit will affect before it lands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Replaces slow grep-and-read loops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5389910"/>
            <a:ext cx="10566400" cy="655290"/>
          </a:xfrm>
          <a:prstGeom prst="roundRect">
            <a:avLst>
              <a:gd name="adj" fmla="val 11628"/>
            </a:avLst>
          </a:prstGeom>
          <a:solidFill>
            <a:srgbClr val="12171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1117600" y="5610870"/>
            <a:ext cx="15087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WHY IT MATTERS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78770" y="5593110"/>
            <a:ext cx="85444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E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checks its own work — compile, test, play — before it reports a task as done.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PROCESS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SPEC-DRIVEN, TEST-DRIVEN PROCESS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43386"/>
            <a:ext cx="1984970" cy="2175321"/>
          </a:xfrm>
          <a:prstGeom prst="roundRect">
            <a:avLst>
              <a:gd name="adj" fmla="val 367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1022350" y="2475161"/>
            <a:ext cx="1623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790081"/>
            <a:ext cx="162302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2350" y="3165971"/>
            <a:ext cx="162302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Brainstorm the feature into a dated design doc.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59695" y="2243386"/>
            <a:ext cx="1985020" cy="2175321"/>
          </a:xfrm>
          <a:prstGeom prst="roundRect">
            <a:avLst>
              <a:gd name="adj" fmla="val 367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3166070" y="2475161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66070" y="2790081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66070" y="3165971"/>
            <a:ext cx="162307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it into small tasks with exact files and tests.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03465" y="2243386"/>
            <a:ext cx="1985020" cy="2175321"/>
          </a:xfrm>
          <a:prstGeom prst="roundRect">
            <a:avLst>
              <a:gd name="adj" fmla="val 367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5309840" y="2475161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9840" y="2790081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Test first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9840" y="3165971"/>
            <a:ext cx="162307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failing edit-mode test before any code.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47235" y="2243386"/>
            <a:ext cx="1985020" cy="2175321"/>
          </a:xfrm>
          <a:prstGeom prst="roundRect">
            <a:avLst>
              <a:gd name="adj" fmla="val 367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7453610" y="2475161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3610" y="2790081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53610" y="3165971"/>
            <a:ext cx="162307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fresh subagent per task makes the test pass.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91005" y="2243386"/>
            <a:ext cx="1985020" cy="2175321"/>
          </a:xfrm>
          <a:prstGeom prst="roundRect">
            <a:avLst>
              <a:gd name="adj" fmla="val 3679"/>
            </a:avLst>
          </a:prstGeom>
          <a:solidFill>
            <a:srgbClr val="FBFAF5"/>
          </a:solidFill>
          <a:ln w="6350">
            <a:solidFill>
              <a:srgbClr val="D9D4C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9597380" y="2475161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4A0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97380" y="2790081"/>
            <a:ext cx="16230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7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Review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97380" y="3165971"/>
            <a:ext cx="162307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reviewer, then a play-mode check in Unity.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MULTIPLAYER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MULTIPLAYER WORKS?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378174"/>
            <a:ext cx="3041650" cy="2002631"/>
          </a:xfrm>
          <a:prstGeom prst="roundRect">
            <a:avLst>
              <a:gd name="adj" fmla="val 3646"/>
            </a:avLst>
          </a:prstGeom>
          <a:solidFill>
            <a:srgbClr val="1C2428"/>
          </a:solidFill>
          <a:ln w="6350">
            <a:solidFill>
              <a:srgbClr val="33404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1047750" y="2584549"/>
            <a:ext cx="26554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874070"/>
            <a:ext cx="265544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Host gets a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224560"/>
            <a:ext cx="265544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Unity Relay allocates a session and returns a short join code.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750" y="3798540"/>
            <a:ext cx="1427510" cy="350490"/>
          </a:xfrm>
          <a:prstGeom prst="roundRect">
            <a:avLst>
              <a:gd name="adj" fmla="val 14494"/>
            </a:avLst>
          </a:prstGeom>
          <a:solidFill>
            <a:srgbClr val="F2A3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17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e.g. K7QX2M</a:t>
            </a:r>
            <a:endParaRPr lang="en-US" sz="1400" dirty="0"/>
          </a:p>
        </p:txBody>
      </p:sp>
      <p:pic>
        <p:nvPicPr>
          <p:cNvPr id="9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3200" y="3277890"/>
            <a:ext cx="406400" cy="20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5175" y="2378174"/>
            <a:ext cx="3041650" cy="2002631"/>
          </a:xfrm>
          <a:prstGeom prst="roundRect">
            <a:avLst>
              <a:gd name="adj" fmla="val 3646"/>
            </a:avLst>
          </a:prstGeom>
          <a:solidFill>
            <a:srgbClr val="1C2428"/>
          </a:solidFill>
          <a:ln w="6350">
            <a:solidFill>
              <a:srgbClr val="33404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8"/>
          <p:cNvSpPr/>
          <p:nvPr/>
        </p:nvSpPr>
        <p:spPr>
          <a:xfrm>
            <a:off x="4806950" y="2584549"/>
            <a:ext cx="26554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6950" y="2874070"/>
            <a:ext cx="265544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Friends type it in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06950" y="3224560"/>
            <a:ext cx="2655443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Anonymous sign-in only. No accounts, no port forwarding, no server browser.</a:t>
            </a:r>
            <a:endParaRPr lang="en-US" sz="1400" dirty="0"/>
          </a:p>
        </p:txBody>
      </p:sp>
      <p:pic>
        <p:nvPicPr>
          <p:cNvPr id="14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3277890"/>
            <a:ext cx="4064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334375" y="2378174"/>
            <a:ext cx="3041650" cy="2002631"/>
          </a:xfrm>
          <a:prstGeom prst="roundRect">
            <a:avLst>
              <a:gd name="adj" fmla="val 3646"/>
            </a:avLst>
          </a:prstGeom>
          <a:solidFill>
            <a:srgbClr val="1C2428"/>
          </a:solidFill>
          <a:ln w="6350">
            <a:solidFill>
              <a:srgbClr val="33404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6" name="Text 12"/>
          <p:cNvSpPr/>
          <p:nvPr/>
        </p:nvSpPr>
        <p:spPr>
          <a:xfrm>
            <a:off x="8566150" y="2584549"/>
            <a:ext cx="26554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A3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STEP 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66150" y="2874070"/>
            <a:ext cx="265544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Match runs peer-to-peer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66150" y="3224560"/>
            <a:ext cx="2655443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dedicated game server. Relay only forwards encrypted packets past NAT.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12800" y="5134719"/>
            <a:ext cx="2489200" cy="0"/>
          </a:xfrm>
          <a:prstGeom prst="line">
            <a:avLst/>
          </a:prstGeom>
          <a:noFill/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6"/>
          <p:cNvSpPr/>
          <p:nvPr/>
        </p:nvSpPr>
        <p:spPr>
          <a:xfrm>
            <a:off x="812800" y="5293469"/>
            <a:ext cx="256387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Lockstep at 20 Hz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12800" y="5618559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device runs the same deterministic simulation.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505200" y="5134719"/>
            <a:ext cx="2489200" cy="0"/>
          </a:xfrm>
          <a:prstGeom prst="line">
            <a:avLst/>
          </a:prstGeom>
          <a:noFill/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19"/>
          <p:cNvSpPr/>
          <p:nvPr/>
        </p:nvSpPr>
        <p:spPr>
          <a:xfrm>
            <a:off x="3505200" y="5293469"/>
            <a:ext cx="256387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Commands only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505200" y="5618559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orders and checksums travel.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97600" y="5134719"/>
            <a:ext cx="2489200" cy="0"/>
          </a:xfrm>
          <a:prstGeom prst="line">
            <a:avLst/>
          </a:prstGeom>
          <a:noFill/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6" name="Text 22"/>
          <p:cNvSpPr/>
          <p:nvPr/>
        </p:nvSpPr>
        <p:spPr>
          <a:xfrm>
            <a:off x="6197600" y="5293469"/>
            <a:ext cx="256387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Desync checks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197600" y="5618559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Peers report a state hash every 10 ticks; the host compares them.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890000" y="5134719"/>
            <a:ext cx="2489200" cy="0"/>
          </a:xfrm>
          <a:prstGeom prst="line">
            <a:avLst/>
          </a:prstGeom>
          <a:noFill/>
          <a:ln w="12700">
            <a:solidFill>
              <a:srgbClr val="F2A33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9" name="Text 25"/>
          <p:cNvSpPr/>
          <p:nvPr/>
        </p:nvSpPr>
        <p:spPr>
          <a:xfrm>
            <a:off x="8890000" y="5293469"/>
            <a:ext cx="256387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Host migration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890000" y="5618559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host drops, another player takes over and the match resumes.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Front Blitz">
  <a:themeElements>
    <a:clrScheme name="WarFront Blitz">
      <a:dk1>
        <a:srgbClr val="12171A"/>
      </a:dk1>
      <a:lt1>
        <a:srgbClr val="F2EFE6"/>
      </a:lt1>
      <a:dk2>
        <a:srgbClr val="4A4D4D"/>
      </a:dk2>
      <a:lt2>
        <a:srgbClr val="DCD9D2"/>
      </a:lt2>
      <a:accent1>
        <a:srgbClr val="F2A33A"/>
      </a:accent1>
      <a:accent2>
        <a:srgbClr val="A34A08"/>
      </a:accent2>
      <a:accent3>
        <a:srgbClr val="3E4A50"/>
      </a:accent3>
      <a:accent4>
        <a:srgbClr val="B9C4C2"/>
      </a:accent4>
      <a:accent5>
        <a:srgbClr val="9AA0A6"/>
      </a:accent5>
      <a:accent6>
        <a:srgbClr val="6C6D6C"/>
      </a:accent6>
      <a:hlink>
        <a:srgbClr val="0563C1"/>
      </a:hlink>
      <a:folHlink>
        <a:srgbClr val="954F72"/>
      </a:folHlink>
    </a:clrScheme>
    <a:fontScheme name="WarFront Blitz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399</Words>
  <Application>Microsoft Macintosh PowerPoint</Application>
  <PresentationFormat>Widescreen</PresentationFormat>
  <Paragraphs>86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IBM Plex Sans</vt:lpstr>
      <vt:lpstr>JetBrains Mono</vt:lpstr>
      <vt:lpstr>Oswald</vt:lpstr>
      <vt:lpstr>WarFront Blitz</vt:lpstr>
      <vt:lpstr>WARFRONT BLITZ</vt:lpstr>
      <vt:lpstr>STACK AND AI TOOLS</vt:lpstr>
      <vt:lpstr>MCP SERVERS I USED</vt:lpstr>
      <vt:lpstr>SPEC-DRIVEN, TEST-DRIVEN PROCESS</vt:lpstr>
      <vt:lpstr>HOW MULTIPLAYER WORKS?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WarFront Blitz</dc:title>
  <dc:subject/>
  <dc:creator/>
  <cp:lastModifiedBy>Jesus Eduardo Marroquin Cavazos</cp:lastModifiedBy>
  <cp:revision>3</cp:revision>
  <dcterms:created xsi:type="dcterms:W3CDTF">2026-10-01T17:07:41Z</dcterms:created>
  <dcterms:modified xsi:type="dcterms:W3CDTF">2026-10-01T23:32:14Z</dcterms:modified>
</cp:coreProperties>
</file>